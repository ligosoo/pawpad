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f30bbfb2774e5f" /><Relationship Type="http://schemas.openxmlformats.org/officeDocument/2006/relationships/extended-properties" Target="/docProps/app.xml" Id="R6be610e707a74e24" /><Relationship Type="http://schemas.openxmlformats.org/officeDocument/2006/relationships/officeDocument" Target="/ppt/presentation.xml" Id="R5f9b03f24f8d48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fde7e56ae04d42"/>
  </p:sldMasterIdLst>
  <p:notesMasterIdLst>
    <p:notesMasterId xmlns:r="http://schemas.openxmlformats.org/officeDocument/2006/relationships" r:id="R2a5cb03b94044455"/>
  </p:notesMasterIdLst>
  <p:sldIdLst>
    <p:sldId xmlns:r="http://schemas.openxmlformats.org/officeDocument/2006/relationships" id="256" r:id="R6eb00dd1784d4076"/>
    <p:sldId xmlns:r="http://schemas.openxmlformats.org/officeDocument/2006/relationships" id="257" r:id="R71a9a8385da94787"/>
    <p:sldId xmlns:r="http://schemas.openxmlformats.org/officeDocument/2006/relationships" id="258" r:id="R88351f1d398243e8"/>
    <p:sldId xmlns:r="http://schemas.openxmlformats.org/officeDocument/2006/relationships" id="259" r:id="R580249db05b347fb"/>
    <p:sldId xmlns:r="http://schemas.openxmlformats.org/officeDocument/2006/relationships" id="260" r:id="R40fa9d62c9d04374"/>
    <p:sldId xmlns:r="http://schemas.openxmlformats.org/officeDocument/2006/relationships" id="261" r:id="R1a6eaeb292854130"/>
    <p:sldId xmlns:r="http://schemas.openxmlformats.org/officeDocument/2006/relationships" id="262" r:id="Rbbf9e5f0ed18466f"/>
    <p:sldId xmlns:r="http://schemas.openxmlformats.org/officeDocument/2006/relationships" id="263" r:id="R3ffe819712f7484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0220a49d284e90" /><Relationship Type="http://schemas.openxmlformats.org/officeDocument/2006/relationships/slideMaster" Target="/ppt/slideMasters/slideMaster1.xml" Id="R40fde7e56ae04d42" /><Relationship Type="http://schemas.openxmlformats.org/officeDocument/2006/relationships/notesMaster" Target="/ppt/notesMasters/notesMaster1.xml" Id="R2a5cb03b94044455" /><Relationship Type="http://schemas.openxmlformats.org/officeDocument/2006/relationships/presProps" Target="/ppt/presProps.xml" Id="R02889a5c9f124afa" /><Relationship Type="http://schemas.openxmlformats.org/officeDocument/2006/relationships/tableStyles" Target="/ppt/tableStyles.xml" Id="R41a24e195ad747c2" /><Relationship Type="http://schemas.openxmlformats.org/officeDocument/2006/relationships/slide" Target="/ppt/slides/slide1.xml" Id="R6eb00dd1784d4076" /><Relationship Type="http://schemas.openxmlformats.org/officeDocument/2006/relationships/slide" Target="/ppt/slides/slide2.xml" Id="R71a9a8385da94787" /><Relationship Type="http://schemas.openxmlformats.org/officeDocument/2006/relationships/slide" Target="/ppt/slides/slide3.xml" Id="R88351f1d398243e8" /><Relationship Type="http://schemas.openxmlformats.org/officeDocument/2006/relationships/slide" Target="/ppt/slides/slide4.xml" Id="R580249db05b347fb" /><Relationship Type="http://schemas.openxmlformats.org/officeDocument/2006/relationships/slide" Target="/ppt/slides/slide5.xml" Id="R40fa9d62c9d04374" /><Relationship Type="http://schemas.openxmlformats.org/officeDocument/2006/relationships/slide" Target="/ppt/slides/slide6.xml" Id="R1a6eaeb292854130" /><Relationship Type="http://schemas.openxmlformats.org/officeDocument/2006/relationships/slide" Target="/ppt/slides/slide7.xml" Id="Rbbf9e5f0ed18466f" /><Relationship Type="http://schemas.openxmlformats.org/officeDocument/2006/relationships/slide" Target="/ppt/slides/slide8.xml" Id="R3ffe819712f748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ce82481dfc42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9c3de6a11844d3" /><Relationship Type="http://schemas.openxmlformats.org/officeDocument/2006/relationships/notesMaster" Target="/ppt/notesMasters/notesMaster1.xml" Id="R15e99e8541144b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ce89d5ff364dc1" /><Relationship Type="http://schemas.openxmlformats.org/officeDocument/2006/relationships/notesMaster" Target="/ppt/notesMasters/notesMaster1.xml" Id="Rb4bf24867b3b48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49d32a7bd84c6e" /><Relationship Type="http://schemas.openxmlformats.org/officeDocument/2006/relationships/notesMaster" Target="/ppt/notesMasters/notesMaster1.xml" Id="R706ef218f6cc4a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452cf4c8aa48c8" /><Relationship Type="http://schemas.openxmlformats.org/officeDocument/2006/relationships/notesMaster" Target="/ppt/notesMasters/notesMaster1.xml" Id="Rf259ac1bd7f94f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cb4ff61478419f" /><Relationship Type="http://schemas.openxmlformats.org/officeDocument/2006/relationships/notesMaster" Target="/ppt/notesMasters/notesMaster1.xml" Id="R615d3f1127014d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8128f8949404549" /><Relationship Type="http://schemas.openxmlformats.org/officeDocument/2006/relationships/notesMaster" Target="/ppt/notesMasters/notesMaster1.xml" Id="R3b9c8c7938c348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9abb2da0284866" /><Relationship Type="http://schemas.openxmlformats.org/officeDocument/2006/relationships/notesMaster" Target="/ppt/notesMasters/notesMaster1.xml" Id="Raa64afa7009d48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2d58d91b914700" /><Relationship Type="http://schemas.openxmlformats.org/officeDocument/2006/relationships/notesMaster" Target="/ppt/notesMasters/notesMaster1.xml" Id="Re3c88dbf946444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b6263cf9c448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80ba24c1e04469" /><Relationship Type="http://schemas.openxmlformats.org/officeDocument/2006/relationships/slideLayout" Target="/ppt/slideLayouts/slideLayout1.xml" Id="Re2dd6abe5b5642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dd6abe5b5642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5d71493fb46df" /><Relationship Type="http://schemas.openxmlformats.org/officeDocument/2006/relationships/notesSlide" Target="/ppt/notesSlides/notesSlide1.xml" Id="R16595eecd31541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5c9130de347fe" /><Relationship Type="http://schemas.openxmlformats.org/officeDocument/2006/relationships/notesSlide" Target="/ppt/notesSlides/notesSlide2.xml" Id="Rac4014c3ec174a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4f05a3767436c" /><Relationship Type="http://schemas.openxmlformats.org/officeDocument/2006/relationships/notesSlide" Target="/ppt/notesSlides/notesSlide3.xml" Id="R76d26646ab4d42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3d481687d4211" /><Relationship Type="http://schemas.openxmlformats.org/officeDocument/2006/relationships/notesSlide" Target="/ppt/notesSlides/notesSlide4.xml" Id="Rf4134390d7e44b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ce075177e4181" /><Relationship Type="http://schemas.openxmlformats.org/officeDocument/2006/relationships/notesSlide" Target="/ppt/notesSlides/notesSlide5.xml" Id="Rf20b16fda92d43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0bf67335f44ca" /><Relationship Type="http://schemas.openxmlformats.org/officeDocument/2006/relationships/chart" Target="/ppt/slides/charts/chart1.xml" Id="R27ca27a962a54823" /><Relationship Type="http://schemas.openxmlformats.org/officeDocument/2006/relationships/notesSlide" Target="/ppt/notesSlides/notesSlide6.xml" Id="R9adb6b83d48f4f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c7467f1734646" /><Relationship Type="http://schemas.openxmlformats.org/officeDocument/2006/relationships/notesSlide" Target="/ppt/notesSlides/notesSlide7.xml" Id="Ra0920c5aad1f41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3cd36f0d04c0f" /><Relationship Type="http://schemas.openxmlformats.org/officeDocument/2006/relationships/notesSlide" Target="/ppt/notesSlides/notesSlide8.xml" Id="R3ba34abbdb9d4c6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스킬 없음</c:v>
          </c:tx>
          <c:spPr>
            <a:solidFill xmlns:a="http://schemas.openxmlformats.org/drawingml/2006/main">
              <a:srgbClr val="000000"/>
            </a:solidFill>
          </c:spPr>
          <c:dLbls/>
          <c:cat>
            <c:strLit>
              <c:ptCount val="2"/>
              <c:pt idx="0">
                <c:v>위치 탐색</c:v>
              </c:pt>
              <c:pt idx="1">
                <c:v>세션 재개</c:v>
              </c:pt>
            </c:strLit>
          </c:cat>
          <c:val>
            <c:numLit>
              <c:formatCode>General</c:formatCode>
              <c:ptCount val="2"/>
              <c:pt idx="0">
                <c:v>21730</c:v>
              </c:pt>
              <c:pt idx="1">
                <c:v>46816</c:v>
              </c:pt>
            </c:numLit>
          </c:val>
        </c:ser>
        <c:ser>
          <c:idx val="1"/>
          <c:order val="1"/>
          <c:tx>
            <c:v>스킬 사용</c:v>
          </c:tx>
          <c:spPr>
            <a:solidFill xmlns:a="http://schemas.openxmlformats.org/drawingml/2006/main">
              <a:srgbClr val="FF6B35"/>
            </a:solidFill>
          </c:spPr>
          <c:dLbls/>
          <c:cat>
            <c:strLit>
              <c:ptCount val="2"/>
              <c:pt idx="0">
                <c:v>위치 탐색</c:v>
              </c:pt>
              <c:pt idx="1">
                <c:v>세션 재개</c:v>
              </c:pt>
            </c:strLit>
          </c:cat>
          <c:val>
            <c:numLit>
              <c:formatCode>General</c:formatCode>
              <c:ptCount val="2"/>
              <c:pt idx="0">
                <c:v>7237</c:v>
              </c:pt>
              <c:pt idx="1">
                <c:v>1275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000000"/>
                  </a:solidFill>
                </a:defRPr>
              </a:pPr>
            </a:p>
          </c:txPr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11AA72-536E-4267-95A1-D55F581E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CONTEXT ROUTING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196083-86B0-4CF2-A487-B2F57448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81915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9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codemap과 ctxdb는 토큰을 줄이는 라우팅 장치입니다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459731-8D6D-4BA9-B4B8-361312DF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723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파일을 덜 읽고, 세션을 덜 다시 해석하게 만들어 에이전트가 실제 수정 지점에 빨리 도달합니다.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F3D625-8D17-4E5C-A33F-CA06E213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17716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C1501-B492-4F08-AB6F-7806CF77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90700"/>
            <a:ext cx="1314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67%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02D31-312B-416F-8790-4F4FB8DC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위치 탐색 토큰 절감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98014-4BA2-44AC-B020-74D70B71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619250"/>
            <a:ext cx="17716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98183-3BB7-44AC-AE20-9200CAED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790700"/>
            <a:ext cx="1314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97%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5ABA3-0CB1-40AB-8461-1791795F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5745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세션 재개 토큰 절감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4797F-5DFE-422B-B7A8-E16C2EEC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33750"/>
            <a:ext cx="37909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FBD091-F315-4610-A714-E06AC7E9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예시는 모두 Project A로 익명화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08D7DA-238C-41E6-8954-557C46E3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특정 프로젝트명과 파일명은 발표 맥락에 맞춰 일반화했습니다.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9A42D-8469-42F5-B40E-4614614A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469F7D-54F6-45C8-8178-5D0C6A85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690CEB-6BD1-4AA6-B870-D08A3C26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436557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827338-9313-4F0E-AC02-978130D7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139C55-A486-4E97-BA3E-CCCD2967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토큰은 코드를 고칠 때보다 찾을 때 더 많이 새기 쉽습니다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E82E87-6706-4802-A777-118446AD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62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에이전트가 위치와 현재 상태를 모르면, 필요한 파일보다 훨씬 많은 주변 파일을 열게 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2BCCE-FF83-467A-9FE3-B592DFEB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2CD43-3E5F-4811-A6DF-93A70240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3718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3985E-AFD1-47D5-835C-8911A4BD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95600"/>
            <a:ext cx="33718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EAD9F-B6D2-459D-B9D2-369288A0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33718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E3581-B24F-45A6-9938-A11F04BE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5E96D-E52E-4C61-BBF5-1A3B8E9C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위치를 모른다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2954F-77E0-4AC1-A666-F14AE185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338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검색 결과 후보가 많아지고, 관련 feature 파일을 여러 개 읽는다.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46A58-B626-476A-9DA0-1CE9C9F9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051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144CD1-F0C6-47A7-BA6A-E45D62F4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상태를 모른다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9B48C7-C325-4717-A412-CEB6328A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7338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지난 세션이 어디까지 진행됐는지 원문 기록에서 다시 복원한다.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EAFFA9-C2E2-4187-8F44-DFE628D5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051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130E71-60C0-41E4-A216-067695A7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51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맥락이 불어난다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012D9-6D5D-453F-9C1C-4262CAB7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338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읽은 파일이 많아질수록 모델의 작업 기억이 흐려지고 비용도 증가한다.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F88F94-8DC3-4C1D-B863-083AFF67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86749F-E70A-40DF-9483-C7A4B823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85F31E-99AF-4D5F-90A4-E8BD2341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380658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71117B-A549-4E23-A2E3-2029F63E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D91AA6-4812-4CED-9EAB-63DC4119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codemap은 코드 위치를 찾기 직전에 작동합니다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EE748-076E-4021-AC3D-DB71521E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62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질문이 코드 수정, 버그 원인 추적, 심볼 위치 확인으로 바뀌는 순간 사용합니다.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A4BF0-3F18-4891-AD56-9CB7D1D8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CD8C17-E4FB-48D7-A750-590CEB82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74187-0A5C-4C96-B257-6A643F23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48000"/>
            <a:ext cx="424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질문에서 키워드 추출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32404-2273-408C-841E-FDA3826E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48050"/>
            <a:ext cx="4248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예: “완료 토글 후 보상이 안 들어온다” → 완료, 토글, 보상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D45F58-76B9-4F40-A85A-F6380ED2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4E8F42-D26B-4FE4-BBF3-EEDF9D7E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05300"/>
            <a:ext cx="424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심볼 레지스트리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71F1D-675D-4D87-9261-4F21950E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05350"/>
            <a:ext cx="4248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domain:symbol → 파일 경로, 시그니처, 역할을 1줄로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B3BD06-B8B2-432C-A86A-8B8E0292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14650"/>
            <a:ext cx="447675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C87E9E-A81A-4315-9102-BD002DE5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작동 예시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0BFAB2-33B2-476F-9AC6-A250CB11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33800"/>
            <a:ext cx="3695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" indent="-14" algn="l">
              <a:lnSpc>
                <a:spcPct val="120000"/>
              </a:lnSpc>
              <a:buNone/>
              <a:defRPr sz="135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“이 버튼의 onClick은 어디 있나?”</a:t>
            </a:r>
          </a:p>
          <a:p xmlns:a="http://schemas.openxmlformats.org/drawingml/2006/main">
            <a:pPr marL="26" indent="-14" algn="l">
              <a:lnSpc>
                <a:spcPct val="120000"/>
              </a:lnSpc>
              <a:buNone/>
              <a:defRPr sz="135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“이 버그는 어느 provider/controller를 봐야 하나?”</a:t>
            </a:r>
          </a:p>
          <a:p xmlns:a="http://schemas.openxmlformats.org/drawingml/2006/main">
            <a:pPr marL="26" indent="-14" algn="l">
              <a:lnSpc>
                <a:spcPct val="120000"/>
              </a:lnSpc>
              <a:buNone/>
              <a:defRPr sz="135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“새 기능을 어느 feature 폴더에 붙여야 하나?”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0F07AC-B83A-44D2-9FF3-8AB6D8C9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05400"/>
            <a:ext cx="3695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결과: 후보 파일을 훑는 대신 타깃 파일만 연다.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192349-7C2E-4D8B-A7BC-6A2388A3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09E206-8EC3-405A-8393-E8488E79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CB2225-287A-4C44-A7DC-A552F7DC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92082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D010AF-5EAB-4B4D-A14E-0EB9AED8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ctxdb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F0C14A-4068-4118-B4BD-2673F776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ctxdb는 세션이 시작되거나 재개될 때 작동합니다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9CFD1-5A52-45F0-AC1F-6136C8AD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62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현재 작업 상태를 원문에서 다시 만드는 대신, 키워드에 맞는 요약 레벨까지만 읽습니다.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EB0603-64CF-478C-84E2-D7A023D7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648D72-69FD-41DE-9747-41293EFA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0287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0246D-6C71-4AD8-9136-99BC5F70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첫 메시지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B9330B-C89F-41B8-97FD-1266B203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194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“펫 부화 UX 이어서 봐줘”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981EE-8E77-4953-B65F-46494338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키워드: 펫, 부화, UX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DD10B1-612A-4926-9F26-BE4AB4F6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E97CB-7E91-46D7-8937-AEF87193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13385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INDEX 매칭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9ECF5C-5042-4F4C-9192-E89C52D6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키워드가 어느 L1/L2 영역에 해당하는지 판단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E5AED-A701-4850-9021-386AFEBC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133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6C1BF1-DC20-478E-886C-F26D1D5A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3385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L2 현재 상태만 로드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111F46-74A8-4763-AD5C-05DEF78A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전체 메타 이력과 오래된 설계 원문은 건너뜀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0BC85B-3521-47E9-8B99-B6D60F6C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작동 예시: 새 세션 시작, /resume, compact 이후 재개, 다른 에이전트가 이어받는 순간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0B581E-6E5A-4D18-A78F-30B80166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B43DF-69D6-4399-867B-58E38891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69CF4D-A59D-436C-B281-0E77BEA4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015253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0FBC00-4A46-4185-A95D-41EAC445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관계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EDD5A-BDB8-4273-91A5-5B70970A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두 스킬은 같은 일을 하지 않습니다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30B35-4F13-43D6-847B-BAF4BEAD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62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ctxdb는 세션의 출발점을 줄이고, codemap은 코드 탐색의 이동 거리를 줄입니다.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5C139-AEDC-47F3-B38F-8A9596FD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82D6B-EDFF-48F3-83BA-5115E620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14650"/>
            <a:ext cx="4953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A89A1-32DD-4BAA-8674-DF174E5A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53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0B7E3-5DF3-4BB8-B28E-E921A74C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ctxdb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56E6D3-7B4E-4B25-8954-9F2E2EAA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7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언제 쓰나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FDD025-D38E-4F46-9B31-EEBB96BA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세션 시작 / 재개 / 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70231-909C-4968-9B46-928CB6BA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줄이는 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18DB9-CCCC-459E-B5B1-7F8A8F15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상태 복원에 쓰는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2C617-7872-40DA-B78D-3DDBC6E5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6230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codemap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47789F-ECA9-4DD4-BC5E-58906010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67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언제 쓰나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48D122-462A-4672-8B58-7DEBC450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6715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코드 위치 확인 / 수정 직전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A3DCC-8E54-42B3-93BC-891F0F4C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00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줄이는 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F09A8-8404-43E4-BDB6-A3F70E6D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0055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타깃 찾기에 쓰는 읽기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671FE1-2975-48F3-85A3-98464184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7690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순서: ctxdb로 현재 상태를 잡고, codemap으로 실제 수정 위치를 찾습니다.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E4F758-62B0-40E1-A318-2BB878C7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AFAA75-A9A2-402B-98D1-71321EDD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30A56F-01FD-44E8-AE5E-5A97B1C5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907283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1EFBA7-54E1-47B7-9A5F-070FE9C9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시뮬레이션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DE51A-4375-406C-9ED0-DA26EFAB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Project A에서는 두 구간 모두 읽기 비용이 크게 줄었습니다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2B52F-B1D2-437D-9F5C-EBF34BA1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62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값은 파일 크기 기반 근사 토큰이며, 발표용으로 프로젝트명과 파일명은 일반화했습니다.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9C5ED-CD61-4454-A0C8-4AB69CF8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704850" y="2781300"/>
          <a:ext xmlns:a="http://schemas.openxmlformats.org/drawingml/2006/main" cx="619125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ca27a962a5482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5749E-40F6-449E-AB8D-79F258AE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81300"/>
            <a:ext cx="342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178CF-18B6-46F1-8494-5F1E88EA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52750"/>
            <a:ext cx="297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67%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BFE2D-A82D-44E8-8E00-E2C2379C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1950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사용 시 위치 탐색 절감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475025-9E22-4665-AA0F-E9730F36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00550"/>
            <a:ext cx="342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120156-0F26-4A9A-BA01-A00E8DED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72000"/>
            <a:ext cx="297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97%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738A9-973B-4B88-8518-F6A1AE16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2387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ctxdb 사용 시 세션 재개 절감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99C5FF-E303-4311-A135-7A67B87B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67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핵심 해석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50CF3C-4C41-4E14-A388-F23D12FD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4673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codemap은 “어느 파일을 열지”를 줄이고, ctxdb는 “어떤 이력을 다시 읽을지”를 줄입니다.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94B6C-338E-4EE8-851E-CB9AD163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EE1D5B-0B2A-4A12-98FD-27735B5F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6235FA-A886-42AE-99AE-CC308534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5129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3C5E28-483A-42A1-9336-60A34DE4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5EEC5-F657-4770-9FD5-FBCB6142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두 스킬은 ‘많이 읽기 전에’ 켜져야 효과가 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9D3E9-BBA3-43B2-BBA8-691E083E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62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이미 소스를 많이 읽은 뒤에는 절감 효과가 사라집니다. 기준선을 명확히 두는 것이 중요합니다.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02B513-EA53-4F20-BED3-DC775D39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A610A-33FC-46B2-9297-2A80878A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FBA1F-5F44-49E9-AE1C-CBDF079D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2417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55407-7005-4529-A301-B929CDFE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81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7D6E37-E8CF-4646-9F92-3AF858D8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2417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먼저 할 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411B48-20CB-4D91-B5A9-8C9355BE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81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23FED6-C575-4BC3-93A4-43548FE0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241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피해야 할 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9AF8E0-272D-4DD7-8F82-A73774BA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7272B7-E109-4FD2-A0D3-07A49E36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76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새 세션 시작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AC5AE4-3F63-4197-A87E-E5723FAC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3337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F60045-CE69-482C-9834-BEA47F9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ctxdb INDEX→L2 로드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2B4FE8-B0D3-49A6-B19A-2818EE9E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337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A94EF-155F-4DBA-9EF4-F8E0515E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7662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메타/PRD/소스 전체 읽기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DAD5AC-D672-450D-BE0C-FC666D89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862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7F17F5-85BA-4479-BFF8-4488F8C0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버그 위치 탐색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7D1B4F-6576-468B-AA82-939FE99D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862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A339F7-FA92-456B-9957-58596C01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2907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키워드/심볼 조회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34AD0E-EF2B-4069-85AD-43F72EAD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705BAC-A2E5-4305-A532-C89F5537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290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관련 feature 전체 열기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D434C4-6A5C-4978-BBBC-38CBDDF7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446207-82A3-452A-B294-E6D4777E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815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handoff 인수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CF52C0-6804-4E71-9E6A-982B5268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4386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F8F838-B390-4D14-821C-522E3F2B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8152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lane + ctxdb 요약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A255CC-8E82-4A5C-AA76-96229459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386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7F3A21-2CEF-43AF-BE5D-670D2E58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8152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이전 대화 재구성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A5E7AA-9BD0-48B9-98E4-0D220CE2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12EAA6-8A50-46CC-B184-D7AAEB15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3397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수정 직전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ED006E-7F68-4893-9B76-088757B0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9911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B9BB81-6B6F-4FDD-8C3F-41A42B8F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33975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codemap으로 타깃 파일 확정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2640FF-8045-4A38-9F89-5EC0A6D2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911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6BE439-0DFA-4266-8731-CA3DC94F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339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grep hit 파일 전부 읽기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438323-A1BF-43D9-8B41-5F02A7EF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DE23EF-ADF9-43C6-B881-3A0037EE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502E7D-B176-4C79-9129-38D90ACD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017041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F0B34D-578E-4C46-9909-6B5F8068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0D70A0-CB96-48DD-BCB9-742754E4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토큰 절감은 읽기 경로를 짧게 만드는 문제입니다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6026C1-191A-4060-BF0F-8E2B250C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62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시뮬레이션은 요약과 레지스트리가 있으면 같은 작업도 훨씬 적은 context로 시작할 수 있음을 보여줍니다.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AA190-94F4-48A4-B85B-EB0B2161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Project A 기준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9FB0A-4C61-410B-8CF2-D95B6CED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80748-1C2A-4B67-A288-93A95366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ctxdb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55CE7-D7BE-48C4-9510-36E714B5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현재 상태를 요약으로 시작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7AB41-E148-4A15-9976-E953EC83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5807E-1237-423F-9F06-53C77336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09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codemap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DB51B0-B2BA-4B8A-A604-155A13F1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수정 위치를 레지스트리로 찾음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1F0B1-6A0F-4A6C-A633-791BEC9A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5A739-859E-4689-BB96-C43A5973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09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F6B35"/>
                </a:solidFill>
                <a:latin typeface="Malgun Gothic"/>
                <a:ea typeface="Malgun Gothic"/>
                <a:cs typeface="Malgun Gothic"/>
              </a:rPr>
              <a:t>효과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F70D2-01EA-4CD9-A7AA-8D6B59EB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더 적은 파일, 더 선명한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B6013D-1E68-4885-980F-863C5EC2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340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적용 기준: 세션 시작에는 ctxdb, 코드 탐색 전에는 codemap.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B42AFC-B2E4-4275-8721-3148D93A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B71F1C-7D73-4A11-9CE9-82F5505E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codemap + ctxdb 설명 자료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1696D4-5438-4C17-B10F-5AF83295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3436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576075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2026-07-03T12:24:41.9030000Z</dcterms:created>
  <dcterms:modified xsi:type="dcterms:W3CDTF">2026-07-03T12:24:41.9030000Z</dcterms:modified>
</coreProperties>
</file>