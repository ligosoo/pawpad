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551733f6ae4083" /><Relationship Type="http://schemas.openxmlformats.org/officeDocument/2006/relationships/extended-properties" Target="/docProps/app.xml" Id="R7830bd54e58240c7" /><Relationship Type="http://schemas.openxmlformats.org/officeDocument/2006/relationships/officeDocument" Target="/ppt/presentation.xml" Id="R48b39c72a9924e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a94ebee436468e"/>
  </p:sldMasterIdLst>
  <p:notesMasterIdLst>
    <p:notesMasterId xmlns:r="http://schemas.openxmlformats.org/officeDocument/2006/relationships" r:id="R7a3f8777722147ec"/>
  </p:notesMasterIdLst>
  <p:sldIdLst>
    <p:sldId xmlns:r="http://schemas.openxmlformats.org/officeDocument/2006/relationships" id="256" r:id="R5d48658f8cae488d"/>
    <p:sldId xmlns:r="http://schemas.openxmlformats.org/officeDocument/2006/relationships" id="257" r:id="Rf9e1a5dda8ee4b0c"/>
    <p:sldId xmlns:r="http://schemas.openxmlformats.org/officeDocument/2006/relationships" id="258" r:id="Rfeade5006b014252"/>
    <p:sldId xmlns:r="http://schemas.openxmlformats.org/officeDocument/2006/relationships" id="259" r:id="R2df37afed9b843e9"/>
    <p:sldId xmlns:r="http://schemas.openxmlformats.org/officeDocument/2006/relationships" id="260" r:id="R009aac51c8184d0a"/>
    <p:sldId xmlns:r="http://schemas.openxmlformats.org/officeDocument/2006/relationships" id="261" r:id="Reaa335e2bba24b60"/>
    <p:sldId xmlns:r="http://schemas.openxmlformats.org/officeDocument/2006/relationships" id="262" r:id="R04ed3371207a4e3d"/>
    <p:sldId xmlns:r="http://schemas.openxmlformats.org/officeDocument/2006/relationships" id="263" r:id="R266fb376ae724a6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7cf256839941b3" /><Relationship Type="http://schemas.openxmlformats.org/officeDocument/2006/relationships/slideMaster" Target="/ppt/slideMasters/slideMaster1.xml" Id="Rbda94ebee436468e" /><Relationship Type="http://schemas.openxmlformats.org/officeDocument/2006/relationships/notesMaster" Target="/ppt/notesMasters/notesMaster1.xml" Id="R7a3f8777722147ec" /><Relationship Type="http://schemas.openxmlformats.org/officeDocument/2006/relationships/presProps" Target="/ppt/presProps.xml" Id="R6da62bd2ee8b4dfa" /><Relationship Type="http://schemas.openxmlformats.org/officeDocument/2006/relationships/tableStyles" Target="/ppt/tableStyles.xml" Id="R54d4b0f07d894f54" /><Relationship Type="http://schemas.openxmlformats.org/officeDocument/2006/relationships/slide" Target="/ppt/slides/slide1.xml" Id="R5d48658f8cae488d" /><Relationship Type="http://schemas.openxmlformats.org/officeDocument/2006/relationships/slide" Target="/ppt/slides/slide2.xml" Id="Rf9e1a5dda8ee4b0c" /><Relationship Type="http://schemas.openxmlformats.org/officeDocument/2006/relationships/slide" Target="/ppt/slides/slide3.xml" Id="Rfeade5006b014252" /><Relationship Type="http://schemas.openxmlformats.org/officeDocument/2006/relationships/slide" Target="/ppt/slides/slide4.xml" Id="R2df37afed9b843e9" /><Relationship Type="http://schemas.openxmlformats.org/officeDocument/2006/relationships/slide" Target="/ppt/slides/slide5.xml" Id="R009aac51c8184d0a" /><Relationship Type="http://schemas.openxmlformats.org/officeDocument/2006/relationships/slide" Target="/ppt/slides/slide6.xml" Id="Reaa335e2bba24b60" /><Relationship Type="http://schemas.openxmlformats.org/officeDocument/2006/relationships/slide" Target="/ppt/slides/slide7.xml" Id="R04ed3371207a4e3d" /><Relationship Type="http://schemas.openxmlformats.org/officeDocument/2006/relationships/slide" Target="/ppt/slides/slide8.xml" Id="R266fb376ae724a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5948768c4240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7b7f8d59db4a24" /><Relationship Type="http://schemas.openxmlformats.org/officeDocument/2006/relationships/notesMaster" Target="/ppt/notesMasters/notesMaster1.xml" Id="R41a7bd87621848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b033157735453e" /><Relationship Type="http://schemas.openxmlformats.org/officeDocument/2006/relationships/notesMaster" Target="/ppt/notesMasters/notesMaster1.xml" Id="R04eaabe82a4a4c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56a39818024886" /><Relationship Type="http://schemas.openxmlformats.org/officeDocument/2006/relationships/notesMaster" Target="/ppt/notesMasters/notesMaster1.xml" Id="R2a34ef3ccaa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def89c413841cf" /><Relationship Type="http://schemas.openxmlformats.org/officeDocument/2006/relationships/notesMaster" Target="/ppt/notesMasters/notesMaster1.xml" Id="R7cc9d11bb66b49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0c64abcc9742ae" /><Relationship Type="http://schemas.openxmlformats.org/officeDocument/2006/relationships/notesMaster" Target="/ppt/notesMasters/notesMaster1.xml" Id="R49ccf9b9c0f249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1e8b5cef294bcc" /><Relationship Type="http://schemas.openxmlformats.org/officeDocument/2006/relationships/notesMaster" Target="/ppt/notesMasters/notesMaster1.xml" Id="R07f41f71972048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140cdaddf74d46" /><Relationship Type="http://schemas.openxmlformats.org/officeDocument/2006/relationships/notesMaster" Target="/ppt/notesMasters/notesMaster1.xml" Id="Rb8e6550a6d1e40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48b68091c446cf" /><Relationship Type="http://schemas.openxmlformats.org/officeDocument/2006/relationships/notesMaster" Target="/ppt/notesMasters/notesMaster1.xml" Id="Rfb15d955df184f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918019bce4d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626fd2dede4243" /><Relationship Type="http://schemas.openxmlformats.org/officeDocument/2006/relationships/slideLayout" Target="/ppt/slideLayouts/slideLayout1.xml" Id="Rafbccafe82574e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bccafe82574e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b08269d0b48d0" /><Relationship Type="http://schemas.openxmlformats.org/officeDocument/2006/relationships/notesSlide" Target="/ppt/notesSlides/notesSlide1.xml" Id="R00db56bf48f24c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ed8bd5b544089" /><Relationship Type="http://schemas.openxmlformats.org/officeDocument/2006/relationships/notesSlide" Target="/ppt/notesSlides/notesSlide2.xml" Id="R668e630808f548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d38cc907c424d" /><Relationship Type="http://schemas.openxmlformats.org/officeDocument/2006/relationships/notesSlide" Target="/ppt/notesSlides/notesSlide3.xml" Id="R1728507b344f42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b987bcfbb4539" /><Relationship Type="http://schemas.openxmlformats.org/officeDocument/2006/relationships/notesSlide" Target="/ppt/notesSlides/notesSlide4.xml" Id="Rdc11b49dcbe94f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6e56dae6b46f0" /><Relationship Type="http://schemas.openxmlformats.org/officeDocument/2006/relationships/notesSlide" Target="/ppt/notesSlides/notesSlide5.xml" Id="R99cee448f2d646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2644f4f914914" /><Relationship Type="http://schemas.openxmlformats.org/officeDocument/2006/relationships/chart" Target="/ppt/slides/charts/chart1.xml" Id="R440a77950e724636" /><Relationship Type="http://schemas.openxmlformats.org/officeDocument/2006/relationships/notesSlide" Target="/ppt/notesSlides/notesSlide6.xml" Id="Rb442d9e7840d4c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954c6341da4cd9" /><Relationship Type="http://schemas.openxmlformats.org/officeDocument/2006/relationships/notesSlide" Target="/ppt/notesSlides/notesSlide7.xml" Id="Rfb5ff182ab0344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2f62e753546bc" /><Relationship Type="http://schemas.openxmlformats.org/officeDocument/2006/relationships/notesSlide" Target="/ppt/notesSlides/notesSlide8.xml" Id="Ree8ff2d86fb9451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스킬 없음</c:v>
          </c:tx>
          <c:spPr>
            <a:solidFill xmlns:a="http://schemas.openxmlformats.org/drawingml/2006/main">
              <a:srgbClr val="000000"/>
            </a:solidFill>
          </c:spPr>
          <c:dLbls/>
          <c:cat>
            <c:strLit>
              <c:ptCount val="2"/>
              <c:pt idx="0">
                <c:v>위치 탐색</c:v>
              </c:pt>
              <c:pt idx="1">
                <c:v>세션 재개</c:v>
              </c:pt>
            </c:strLit>
          </c:cat>
          <c:val>
            <c:numLit>
              <c:formatCode>General</c:formatCode>
              <c:ptCount val="2"/>
              <c:pt idx="0">
                <c:v>21730</c:v>
              </c:pt>
              <c:pt idx="1">
                <c:v>46816</c:v>
              </c:pt>
            </c:numLit>
          </c:val>
        </c:ser>
        <c:ser>
          <c:idx val="1"/>
          <c:order val="1"/>
          <c:tx>
            <c:v>스킬 사용</c:v>
          </c:tx>
          <c:spPr>
            <a:solidFill xmlns:a="http://schemas.openxmlformats.org/drawingml/2006/main">
              <a:srgbClr val="FF6B35"/>
            </a:solidFill>
          </c:spPr>
          <c:dLbls/>
          <c:cat>
            <c:strLit>
              <c:ptCount val="2"/>
              <c:pt idx="0">
                <c:v>위치 탐색</c:v>
              </c:pt>
              <c:pt idx="1">
                <c:v>세션 재개</c:v>
              </c:pt>
            </c:strLit>
          </c:cat>
          <c:val>
            <c:numLit>
              <c:formatCode>General</c:formatCode>
              <c:ptCount val="2"/>
              <c:pt idx="0">
                <c:v>7237</c:v>
              </c:pt>
              <c:pt idx="1">
                <c:v>1275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000000"/>
                  </a:solidFill>
                </a:defRPr>
              </a:pPr>
            </a:p>
          </c:txPr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F59738-D211-4AD3-BD78-7B603A1C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CONTEXT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74172-7F0D-42C1-8A70-E0632054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8572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4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codemap과 ctxdb는 토큰을 줄이는 라우팅 장치입니다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16688-6961-4E72-879C-D251FC50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파일을 덜 읽고, 세션을 덜 다시 해석하게 만들어 에이전트가 실제 수정 지점에 빨리 도달합니다.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2C9ED8-3647-4046-B35D-7A0C5371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17716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A5183-02D9-49F9-99EC-87242ABF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90700"/>
            <a:ext cx="1314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67%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EECD22-FDE1-43F6-A1E1-BCCD3C99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위치 탐색 토큰 절감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EAE6B-4036-4DB8-9784-7E86FF09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619250"/>
            <a:ext cx="17716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D60FF-76DB-4E57-9452-82A74C50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790700"/>
            <a:ext cx="1314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97%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C55CEE-3E38-434F-8B62-08F1F45E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5745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세션 재개 토큰 절감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2DEBC-E951-4F82-9545-3DAF2D1B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37909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CAB3B3-68EF-441C-8808-A4534579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예시는 모두 Project A로 익명화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6C091-4D7E-4FDE-AD1C-8A883908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특정 프로젝트명과 파일명은 발표 맥락에 맞춰 일반화했습니다.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EF3FFB-E47C-4F9A-9D32-66108875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8CBE4-37A4-4882-A91C-4EB034C3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4BDF9-455B-49EA-8B37-539F5D9E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31960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2EB23F-EDF9-4C1A-A852-1B25D570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27DD09-8D82-4F19-AB60-99E71545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토큰은 코드를 고칠 때보다 찾을 때 더 많이 새기 쉽습니다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A4CD2-4E6F-4AE5-9B9C-65A429C6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에이전트가 위치와 현재 상태를 모르면, 필요한 파일보다 훨씬 많은 주변 파일을 열게 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4D618-4C18-42B8-9709-DD346F84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7CB6C-F3C7-4453-AF61-23DED447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3718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2F226-F401-402C-A09B-7D3B8E4B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95600"/>
            <a:ext cx="33718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B0E016-1D74-4C5F-AB0F-F92FCAB9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33718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500BF-4E76-4058-966C-64CB604F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C7DF8-C494-43BF-94A6-E867BB87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위치를 모른다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F1F52-DC40-4E25-85F8-21015561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338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검색 결과 후보가 많아지고, 관련 feature 파일을 여러 개 읽는다.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71DA3-508A-44B8-9EF1-84121C28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D797A-E601-4EEF-8C03-C26CCACA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상태를 모른다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05DD9C-EB58-42B3-9461-97B5D917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338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지난 세션이 어디까지 진행됐는지 원문 기록에서 다시 복원한다.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C874E5-F5D5-4681-927A-4EDED00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08840E-B0BB-4B48-AA3B-2C584E95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맥락이 불어난다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B9A76-146A-477F-9876-6E85DE44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338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읽은 파일이 많아질수록 모델의 작업 기억이 흐려지고 비용도 증가한다.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988D26-6384-4088-997A-464F4A5A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B85988-C432-40D8-9F23-C41DC5FE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456A6C-260D-4EE3-BC62-300DA978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7925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B3035B-BCA3-4476-843A-72714CFF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3C2FAB-F3EA-4A70-A2AD-A06F1236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codemap은 코드 위치를 찾기 직전에 작동합니다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4B78E-2597-46E4-8970-74B5B183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질문이 코드 수정, 버그 원인 추적, 심볼 위치 확인으로 바뀌는 순간 사용합니다.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BAF8F-A116-40A8-9BB6-775C68D9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3363E-CB3A-4FD5-8FD3-C5278A11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995284-CBDB-4C47-80F0-65373596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48000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질문에서 키워드 추출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4C284-8B72-460B-87AB-50779211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48050"/>
            <a:ext cx="424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예: “완료 토글 후 보상이 안 들어온다” → 완료, 토글, 보상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3339A-40DA-486E-8613-F5BFBFCA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F89EA-036A-4E01-A528-3B8CBF9F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05300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심볼 레지스트리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1AA35-1CD6-4FD8-AAAA-11BCB5B9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05350"/>
            <a:ext cx="424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domain:symbol → 파일 경로, 시그니처, 역할을 1줄로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BDACB-4D91-4241-B3F0-2297790B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14650"/>
            <a:ext cx="4476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6283F-1F70-4A11-9BC8-A3F89A8C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작동 예시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1DD4BA-D10E-424C-91B0-6BCC34D5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76650"/>
            <a:ext cx="3619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" indent="-14" algn="l">
              <a:lnSpc>
                <a:spcPct val="120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“이 버튼의 onClick은 어디 있나?”</a:t>
            </a:r>
          </a:p>
          <a:p xmlns:a="http://schemas.openxmlformats.org/drawingml/2006/main">
            <a:pPr marL="26" indent="-14" algn="l">
              <a:lnSpc>
                <a:spcPct val="120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“이 버그는 어느 provider/controller를 봐야 하나?”</a:t>
            </a:r>
          </a:p>
          <a:p xmlns:a="http://schemas.openxmlformats.org/drawingml/2006/main">
            <a:pPr marL="26" indent="-14" algn="l">
              <a:lnSpc>
                <a:spcPct val="120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“새 기능을 어느 feature 폴더에 붙여야 하나?”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95840-171D-4BAB-8B57-555551FC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101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결과: 후보 파일을 훑는 대신 타깃 파일만 연다.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05EF42-16B4-4F93-9C0D-E7CA6F45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1274C0-F105-44CA-9682-9CCE4B7C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B5667-38FF-4C65-8295-F9FEDD13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85288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D153D6-53AE-4F0A-BAD1-C0A8E577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8636-383D-4729-BD6B-9D91F9CB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ctxdb는 세션이 시작되거나 재개될 때 작동합니다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C400B-DD3C-4817-8CCE-FEB59069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작업 상태를 원문에서 다시 만드는 대신, 키워드에 맞는 요약 레벨까지만 읽습니다.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65708-2545-4F44-A5CE-457E007D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C9266-2ED8-4305-BF3D-2B4D0CA2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0287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A669B8-B5A9-4EDA-8DA2-440A3634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첫 메시지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C48BD-A324-4F69-8E6B-9D0ED74F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194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“펫 부화 UX 이어서 봐줘”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2ECB2-FFF6-4FA8-9307-D425098A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키워드: 펫, 부화, UX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963233-E2DF-40C6-AE9F-A30B4F50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DE4C8-AB87-47C8-9F8E-9194D9BD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338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INDEX 매칭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28E08-F69F-4837-933F-96796559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키워드가 어느 L1/L2 영역에 해당하는지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66CA1-E30E-4A69-B814-4EB254EF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133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FC4B3-D5F6-4D8B-A5EA-9136B092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338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L2 현재 상태만 로드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226B22-4B25-4DC1-BABC-6D6DE22A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전체 메타 이력과 오래된 설계 원문은 건너뜀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252710-03D7-47A2-A544-81044D1F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작동 예시: 새 세션 시작, /resume, compact 이후 재개, 다른 에이전트가 이어받는 순간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674A6-0C3F-4F9E-8E20-ACC8B6F3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670E0-3E68-428E-850B-9AAF9DB8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9B9229-88B2-4917-A799-DADA7BE5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79168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EE788F-1D44-4EA0-9307-51EE722B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관계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92F2A-D2E8-48FB-A14D-C4BB1E1E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두 스킬은 같은 일을 하지 않습니다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7639F-97E1-4C14-A8E0-0DE0FA6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ctxdb는 세션의 출발점을 줄이고, codemap은 코드 탐색의 이동 거리를 줄입니다.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00BCB-CB01-4F82-9791-954724C9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C97D5-D6A4-47A3-86F8-2C85FAD9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14650"/>
            <a:ext cx="4953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1E06F-1C33-4CA0-957D-3C8996FD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53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89911-AB7A-4500-87B9-AB672C07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ctxdb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95744-D70F-44F4-8302-D54EC9C3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언제 쓰나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EC0B0D-5744-42C2-869F-491ACA89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세션 시작 / 재개 /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B076A2-51E6-4434-A98B-16217C8C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줄이는 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60048-D265-43EF-AAB5-404F2637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상태 복원에 쓰는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07EE5-B252-49C9-A0BC-1E60E3AB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6230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6AC889-E72C-40CF-8BBB-3496A112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67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언제 쓰나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5B98B-6CB0-4AFF-AB97-668C92A0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671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코드 위치 확인 / 수정 직전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B44AA9-E284-4E0E-96F9-C8D53DE7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00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줄이는 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71FCE8-A2D2-4C68-A432-BE6DF7A4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005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타깃 찾기에 쓰는 읽기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A06FA-E43A-4739-B4C3-A83F3C3E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7690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순서: ctxdb로 현재 상태를 잡고, codemap으로 실제 수정 위치를 찾습니다.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F6FFA-1935-4769-881D-0FC97D02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D3E646-B4D2-4794-BAA7-DD1D2F63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C6BDEC-20D7-46D1-A443-501438FA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5340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9F9A5C-1F2D-4CE6-95CD-0853885C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시뮬레이션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E4564-90E7-470A-B289-9D6C68DD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Project A에서는 두 구간 모두 읽기 비용이 크게 줄었습니다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20FD3-FC04-4835-AEC2-D214C603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값은 파일 크기 기반 근사 토큰이며, 발표용으로 프로젝트명과 파일명은 일반화했습니다.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40102-7622-426E-965F-AC5DD371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704850" y="2781300"/>
          <a:ext xmlns:a="http://schemas.openxmlformats.org/drawingml/2006/main" cx="619125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0a77950e72463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52A0C-B2A4-4283-A4AA-E2F87B89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81300"/>
            <a:ext cx="342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ACB47-CE5F-424B-8EC7-3952407D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52750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67%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2EC7C-55F6-4888-8223-ED4AE430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사용 시 위치 탐색 절감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7EC36F-DCAE-4F6F-892B-4416B8F5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00550"/>
            <a:ext cx="342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71E92-BA1C-4753-9014-82B9402D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72000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97%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D6BD72-2F82-463D-81C0-361010D9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23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 사용 시 세션 재개 절감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E68E0-1660-4A41-A68C-873B993B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67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핵심 해석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75FBD7-E66A-4719-970A-504AC423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4673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codemap은 “어느 파일을 열지”를 줄이고, ctxdb는 “어떤 이력을 다시 읽을지”를 줄입니다.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AA595-C44B-4A25-BEBF-13A5E944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171FA-CDDE-4134-8150-FD2ECDCF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39237D-3171-4CE0-A934-6326FC4F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706482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4E6E58-E656-4B0E-9232-7C9DB262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17240-990F-49C4-BBC1-7F19E97F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두 스킬은 ‘많이 읽기 전에’ 켜져야 효과가 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5C17C-F040-4496-9FAE-2CB914F7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이미 소스를 많이 읽은 뒤에는 절감 효과가 사라집니다. 기준선을 명확히 두는 것이 중요합니다.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2DE81-48C9-418A-BE0C-6BD07DD0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46BE7-AD04-439D-A391-4C76C294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859B90-24B5-40B7-AD44-5B733FA3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2417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06F6A-3D1D-4444-AD31-759D4BF6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81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1DF50-1F66-4843-9920-6DAC90F6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2417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먼저 할 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4D08CD-46F3-4C92-A022-6F1A236B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81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719280-B543-46C1-9EC6-7BC3FD07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241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피해야 할 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919AD-36BF-43EB-A4AA-3A7CA38F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A093C-9A52-4986-ABFE-4F1DF082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새 세션 시작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A2F2E1-7267-46C1-A42E-7E82F0FD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337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8CE0C-F6B9-4FD0-9BAA-9ED3DFD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 INDEX→L2 로드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1447AF-58F5-4A03-870C-7DAA7177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337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9672B-08C0-4EBC-B4F3-04543DDB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7662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메타/PRD/소스 전체 읽기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CE981-9766-466B-88DE-854E86F2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862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C4FA6-D830-4446-8E26-30B32E57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버그 위치 탐색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EAF7F0-31BB-4B8D-9530-8A10AAF9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862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44F088-EA25-44D4-9622-C0267CF1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2907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키워드/심볼 조회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279D8D-47E9-44DD-B733-DFA1238C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C16208-6E0D-4F15-969C-CC7A1D2E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290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관련 feature 전체 열기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D64D53-54CD-4702-AC89-29B89AE0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0B39AE-6283-414F-9667-A662E500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15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handoff 인수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94D667-EDE3-4FF2-A580-7C45FED1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386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593E5B-4A40-4367-8194-9B2E80C2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8152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lane + ctxdb 요약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E02CE3-D328-4155-808C-6AAC0D1A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386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87056-3A0C-4486-BF68-512B7CA3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8152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이전 대화 재구성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0EC69A-3AE1-4554-8AC7-44E66311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AAAF62-F3A2-49E5-830A-8B3D86C4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3397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수정 직전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4C3248-3F2E-4AD7-8A12-A1DBB1B5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9911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B7C25F-8C7E-4808-807B-A2FBB562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3397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codemap으로 타깃 파일 확정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800DA9-4DB2-4858-B1DA-1EAF4B48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911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3B1DF1-3419-4387-9CC3-A466379D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339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grep hit 파일 전부 읽기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15A4E3-6678-412C-A911-306177F6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C49A51-13CA-4111-836C-327DC517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02A972-16CB-49C1-8B01-038E6F4B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682168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308300-313D-4371-B792-D36C4393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FD444-A6FA-4D6D-8866-B672FDC5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토큰 절감은 읽기 경로를 짧게 만드는 문제입니다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40E15-D939-4333-B83E-7A957C20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시뮬레이션은 요약과 레지스트리가 있으면 같은 작업도 훨씬 적은 context로 시작할 수 있음을 보여줍니다.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0959A-6986-4CAA-9EBF-BE3C576A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82E17-5198-47EB-AA2F-423EDF28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D90F0-002B-4C14-8D9C-B0467ADD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ctxdb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33AE2-CD66-4311-ABC1-37B64DAD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상태를 요약으로 시작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744A6-30BC-4558-A60D-691C8A20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08E10-2C0E-4D81-87C5-C7EA2128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AFA49-408C-46C2-96AE-4E2A8A02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수정 위치를 레지스트리로 찾음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4C225-0488-4945-8B9B-8344831F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5B239-12D4-44E2-8007-D35BE2FC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효과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9830E7-8C28-4A6A-923F-C7A2AC26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더 적은 파일, 더 선명한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625031-5545-484A-BB1B-3AC4FB8E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340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적용 기준: 세션 시작에는 ctxdb, 코드 탐색 전에는 codemap.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61B70-AD3D-4E9C-A195-DF53D5C2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E85BE-1E77-468E-8EA8-F220316F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2E017-96FB-44FB-BBA0-22292A07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636756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2026-07-03T05:55:10.1130000Z</dcterms:created>
  <dcterms:modified xsi:type="dcterms:W3CDTF">2026-07-03T05:55:10.1130000Z</dcterms:modified>
</coreProperties>
</file>