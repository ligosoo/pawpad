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84fa9d844b4ac9" /><Relationship Type="http://schemas.openxmlformats.org/officeDocument/2006/relationships/extended-properties" Target="/docProps/app.xml" Id="R6056f3f852c04b80" /><Relationship Type="http://schemas.openxmlformats.org/officeDocument/2006/relationships/officeDocument" Target="/ppt/presentation.xml" Id="R6e86f523c91f4d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bc3b29075b4173"/>
  </p:sldMasterIdLst>
  <p:notesMasterIdLst>
    <p:notesMasterId xmlns:r="http://schemas.openxmlformats.org/officeDocument/2006/relationships" r:id="Rae8e575d661c4089"/>
  </p:notesMasterIdLst>
  <p:sldIdLst>
    <p:sldId xmlns:r="http://schemas.openxmlformats.org/officeDocument/2006/relationships" id="256" r:id="R182e599be2314c52"/>
    <p:sldId xmlns:r="http://schemas.openxmlformats.org/officeDocument/2006/relationships" id="257" r:id="R5fc664c946ef4f63"/>
    <p:sldId xmlns:r="http://schemas.openxmlformats.org/officeDocument/2006/relationships" id="258" r:id="Rc8a7e636c3004c31"/>
    <p:sldId xmlns:r="http://schemas.openxmlformats.org/officeDocument/2006/relationships" id="259" r:id="Re3be52a733f54291"/>
    <p:sldId xmlns:r="http://schemas.openxmlformats.org/officeDocument/2006/relationships" id="260" r:id="Rb4ee92be71924d3a"/>
    <p:sldId xmlns:r="http://schemas.openxmlformats.org/officeDocument/2006/relationships" id="261" r:id="R6c3475137963456e"/>
    <p:sldId xmlns:r="http://schemas.openxmlformats.org/officeDocument/2006/relationships" id="262" r:id="R58c6662229ab4f9b"/>
    <p:sldId xmlns:r="http://schemas.openxmlformats.org/officeDocument/2006/relationships" id="263" r:id="R4a8059d8aa5d4529"/>
    <p:sldId xmlns:r="http://schemas.openxmlformats.org/officeDocument/2006/relationships" id="264" r:id="Rbc00fc4e55d0475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60010391e941dc" /><Relationship Type="http://schemas.openxmlformats.org/officeDocument/2006/relationships/slideMaster" Target="/ppt/slideMasters/slideMaster1.xml" Id="Re9bc3b29075b4173" /><Relationship Type="http://schemas.openxmlformats.org/officeDocument/2006/relationships/notesMaster" Target="/ppt/notesMasters/notesMaster1.xml" Id="Rae8e575d661c4089" /><Relationship Type="http://schemas.openxmlformats.org/officeDocument/2006/relationships/presProps" Target="/ppt/presProps.xml" Id="Rd002e765f63e438a" /><Relationship Type="http://schemas.openxmlformats.org/officeDocument/2006/relationships/tableStyles" Target="/ppt/tableStyles.xml" Id="Rf01da0bb72504cc5" /><Relationship Type="http://schemas.openxmlformats.org/officeDocument/2006/relationships/slide" Target="/ppt/slides/slide1.xml" Id="R182e599be2314c52" /><Relationship Type="http://schemas.openxmlformats.org/officeDocument/2006/relationships/slide" Target="/ppt/slides/slide2.xml" Id="R5fc664c946ef4f63" /><Relationship Type="http://schemas.openxmlformats.org/officeDocument/2006/relationships/slide" Target="/ppt/slides/slide3.xml" Id="Rc8a7e636c3004c31" /><Relationship Type="http://schemas.openxmlformats.org/officeDocument/2006/relationships/slide" Target="/ppt/slides/slide4.xml" Id="Re3be52a733f54291" /><Relationship Type="http://schemas.openxmlformats.org/officeDocument/2006/relationships/slide" Target="/ppt/slides/slide5.xml" Id="Rb4ee92be71924d3a" /><Relationship Type="http://schemas.openxmlformats.org/officeDocument/2006/relationships/slide" Target="/ppt/slides/slide6.xml" Id="R6c3475137963456e" /><Relationship Type="http://schemas.openxmlformats.org/officeDocument/2006/relationships/slide" Target="/ppt/slides/slide7.xml" Id="R58c6662229ab4f9b" /><Relationship Type="http://schemas.openxmlformats.org/officeDocument/2006/relationships/slide" Target="/ppt/slides/slide8.xml" Id="R4a8059d8aa5d4529" /><Relationship Type="http://schemas.openxmlformats.org/officeDocument/2006/relationships/slide" Target="/ppt/slides/slide9.xml" Id="Rbc00fc4e55d047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e57a7bc3444d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1c4bf1aa664526" /><Relationship Type="http://schemas.openxmlformats.org/officeDocument/2006/relationships/notesMaster" Target="/ppt/notesMasters/notesMaster1.xml" Id="R8b40fadbe0f34f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d15014a4c47fd" /><Relationship Type="http://schemas.openxmlformats.org/officeDocument/2006/relationships/notesMaster" Target="/ppt/notesMasters/notesMaster1.xml" Id="Rfac7165267d44b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43e787ea9d44db" /><Relationship Type="http://schemas.openxmlformats.org/officeDocument/2006/relationships/notesMaster" Target="/ppt/notesMasters/notesMaster1.xml" Id="Rcfe2dcafc16748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71649fd7cd4328" /><Relationship Type="http://schemas.openxmlformats.org/officeDocument/2006/relationships/notesMaster" Target="/ppt/notesMasters/notesMaster1.xml" Id="R6252930bcb2247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a6e387588d47cb" /><Relationship Type="http://schemas.openxmlformats.org/officeDocument/2006/relationships/notesMaster" Target="/ppt/notesMasters/notesMaster1.xml" Id="Rb3171bcb2c654d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75b7d8edc3422d" /><Relationship Type="http://schemas.openxmlformats.org/officeDocument/2006/relationships/notesMaster" Target="/ppt/notesMasters/notesMaster1.xml" Id="R459a9d231e0849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475b6a8ec94a2a" /><Relationship Type="http://schemas.openxmlformats.org/officeDocument/2006/relationships/notesMaster" Target="/ppt/notesMasters/notesMaster1.xml" Id="R5a0b1fae26ef40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ec34cef4df4884" /><Relationship Type="http://schemas.openxmlformats.org/officeDocument/2006/relationships/notesMaster" Target="/ppt/notesMasters/notesMaster1.xml" Id="R8cfae3e1dbb846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d839cf3af14efc" /><Relationship Type="http://schemas.openxmlformats.org/officeDocument/2006/relationships/notesMaster" Target="/ppt/notesMasters/notesMaster1.xml" Id="R9cc20fd6781c44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538e24d9240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ef23513c364a27" /><Relationship Type="http://schemas.openxmlformats.org/officeDocument/2006/relationships/slideLayout" Target="/ppt/slideLayouts/slideLayout1.xml" Id="Rc0486d4b066a4f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486d4b066a4f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a7f91274642b9" /><Relationship Type="http://schemas.openxmlformats.org/officeDocument/2006/relationships/notesSlide" Target="/ppt/notesSlides/notesSlide1.xml" Id="R26e41cc770f94d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989e30a354724" /><Relationship Type="http://schemas.openxmlformats.org/officeDocument/2006/relationships/notesSlide" Target="/ppt/notesSlides/notesSlide2.xml" Id="R403468af05c648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002aaa2b54eee" /><Relationship Type="http://schemas.openxmlformats.org/officeDocument/2006/relationships/notesSlide" Target="/ppt/notesSlides/notesSlide3.xml" Id="Refd38e80d38c48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654f8c9b44cdf" /><Relationship Type="http://schemas.openxmlformats.org/officeDocument/2006/relationships/notesSlide" Target="/ppt/notesSlides/notesSlide4.xml" Id="Re6de8eaf25c34d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0e1a72eb9f4dea" /><Relationship Type="http://schemas.openxmlformats.org/officeDocument/2006/relationships/notesSlide" Target="/ppt/notesSlides/notesSlide5.xml" Id="Ra68e022006c848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c48ddfc1b42c8" /><Relationship Type="http://schemas.openxmlformats.org/officeDocument/2006/relationships/notesSlide" Target="/ppt/notesSlides/notesSlide6.xml" Id="R54f3a5e9a6c641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08847b05c4819" /><Relationship Type="http://schemas.openxmlformats.org/officeDocument/2006/relationships/chart" Target="/ppt/slides/charts/chart1.xml" Id="R357693ca0f034f4a" /><Relationship Type="http://schemas.openxmlformats.org/officeDocument/2006/relationships/notesSlide" Target="/ppt/notesSlides/notesSlide7.xml" Id="R4f4e5842f8cf42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7944702814f67" /><Relationship Type="http://schemas.openxmlformats.org/officeDocument/2006/relationships/notesSlide" Target="/ppt/notesSlides/notesSlide8.xml" Id="R799df0b5fcce43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8c3f237e54db9" /><Relationship Type="http://schemas.openxmlformats.org/officeDocument/2006/relationships/notesSlide" Target="/ppt/notesSlides/notesSlide9.xml" Id="Rb672a8e918484e7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스킬 없음</c:v>
          </c:tx>
          <c:spPr>
            <a:solidFill xmlns:a="http://schemas.openxmlformats.org/drawingml/2006/main">
              <a:srgbClr val="000000"/>
            </a:solidFill>
          </c:spPr>
          <c:dLbls/>
          <c:cat>
            <c:strLit>
              <c:ptCount val="2"/>
              <c:pt idx="0">
                <c:v>위치 탐색</c:v>
              </c:pt>
              <c:pt idx="1">
                <c:v>기억 복원</c:v>
              </c:pt>
            </c:strLit>
          </c:cat>
          <c:val>
            <c:numLit>
              <c:formatCode>General</c:formatCode>
              <c:ptCount val="2"/>
              <c:pt idx="0">
                <c:v>21730</c:v>
              </c:pt>
              <c:pt idx="1">
                <c:v>46816</c:v>
              </c:pt>
            </c:numLit>
          </c:val>
        </c:ser>
        <c:ser>
          <c:idx val="1"/>
          <c:order val="1"/>
          <c:tx>
            <c:v>스킬 사용</c:v>
          </c:tx>
          <c:spPr>
            <a:solidFill xmlns:a="http://schemas.openxmlformats.org/drawingml/2006/main">
              <a:srgbClr val="FF6B35"/>
            </a:solidFill>
          </c:spPr>
          <c:dLbls/>
          <c:cat>
            <c:strLit>
              <c:ptCount val="2"/>
              <c:pt idx="0">
                <c:v>위치 탐색</c:v>
              </c:pt>
              <c:pt idx="1">
                <c:v>기억 복원</c:v>
              </c:pt>
            </c:strLit>
          </c:cat>
          <c:val>
            <c:numLit>
              <c:formatCode>General</c:formatCode>
              <c:ptCount val="2"/>
              <c:pt idx="0">
                <c:v>7237</c:v>
              </c:pt>
              <c:pt idx="1">
                <c:v>1275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00000"/>
                  </a:solidFill>
                </a:defRPr>
              </a:pPr>
            </a:p>
          </c:txPr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1A5A43-27DA-48DB-AF46-54E3AF48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CONTEXT ROUTING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F2AA6-1A71-4F78-B30C-4884F8AE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8191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codemap과 ctxdb는 토큰을 줄이는 라우팅 장치입니다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5199D-6EFD-4210-88F9-400841B6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723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ctxdb는 저장된 작업 기억을 키워드로 읽고, codemap은 수정 위치를 레지스트리로 찾습니다.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DFC8E-B70A-411F-9785-62B32D84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1771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47724-EEDF-439D-AB82-EAC794D1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90700"/>
            <a:ext cx="1314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67%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CE5DC-2202-45DF-A9F9-8B8E52C9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위치 탐색 토큰 절감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ED4CF-3D81-4A40-BC9F-29BE18DE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619250"/>
            <a:ext cx="17716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E78F1-016B-4302-9167-17A37AA7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790700"/>
            <a:ext cx="1314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97%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4131F-083A-43BF-9432-366A28F7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4574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세션 재개 토큰 절감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A9987-A6C5-418F-9F21-9BFF0B54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790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DFCF8-ECEF-4CF0-94FE-ABBF913F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예시는 모두 Project A로 익명화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DE5B6-D5AB-4199-A863-1F1AEFE3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특정 프로젝트명과 파일명은 발표 맥락에 맞춰 일반화했습니다.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4FB686-3F91-4441-9F81-73313493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51775-C320-417D-AA96-539F5365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 + ctxdb 설명 자료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E510A-652F-468F-97E5-9C7D3B11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78479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A86C47-2F53-420E-8B64-9AD8EB92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6DF3C-0B46-45F4-B005-CAD32730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토큰은 코드를 고칠 때보다 찾을 때 더 많이 새기 쉽습니다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D654F-BAD0-4E66-9A8E-7AA57D4A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에이전트가 위치와 현재 상태를 모르면, 필요한 파일보다 훨씬 많은 주변 파일을 열게 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317AB-B4AC-44C6-A8E5-C6DE9DDB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Project A 기준 예시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B41C10-BCD1-4302-8B26-0E74CFA5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33718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BD43C5-C9B9-4038-B9AA-E4D6D7BD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33718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55AED-EAF0-48B4-A88F-75B6B9EC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95600"/>
            <a:ext cx="33718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CD4D5-3727-4A6B-8334-AE810B22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7594B-7297-45CA-9A2E-06D18178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위치를 모른다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365177-63F2-4688-8562-8696D1DD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74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검색 결과 후보가 많아지고, 관련 feature 파일을 여러 개 읽는다.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07FD2-ACA9-4131-85AE-B5D8DCCD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051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B6B1F1-831B-49A5-BF2B-30E64039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05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상태를 모른다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5793D-9A22-4A2B-8DAB-4BEE6A57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33800"/>
            <a:ext cx="274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지난 세션이 어디까지 진행됐는지 원문 기록에서 다시 복원한다.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8BEF80-0831-42F6-8EBE-2E33A2BC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2B4C1-53AF-45CC-B84D-352607CE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맥락이 불어난다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572BF-7E59-4ED8-B856-9C708E59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33800"/>
            <a:ext cx="2743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읽은 파일이 많아질수록 모델의 작업 기억이 흐려지고 비용도 증가한다.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301DC-EDCB-4B6B-9A15-BC522CE3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99B739-2462-47F6-9257-53D96EA7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 + ctxdb 설명 자료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7B76B1-5729-46B1-BE24-37A50A6F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7328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4456C3-1741-42FF-8654-99BD1D7C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AD8B2-F8EA-4226-9930-3D5C8BDB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codemap은 코드 위치를 찾기 직전에 작동합니다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FDE51-022E-448E-A666-34FCE0F1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질문이 코드 수정, 버그 원인 추적, 심볼 위치 확인으로 바뀌는 순간 사용합니다.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65EC1-F77C-4DBE-95C4-49B56687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Project A 기준 예시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157B0-0135-4A79-8A98-F5C309A7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4C2FD-4376-4413-86D0-94AB3E3D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질문에서 키워드 추출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FFDFE3-D514-4A0C-B24E-7FDBA9FF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예: “완료 토글 후 보상이 안 들어온다” → 완료, 토글, 보상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B604B-D5B2-4C68-8CE4-A3B78C39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98D5C-2E3C-4A9F-86D4-7587EF41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05300"/>
            <a:ext cx="424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심볼 레지스트리 조회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0AAB1-2D80-4710-9A94-E31B8818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domain:symbol → 파일 경로, 시그니처, 역할을 1줄로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DD6CF6-52CC-46DC-919A-25B75CF1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14650"/>
            <a:ext cx="44767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0B38C-5929-4AF7-A3F7-2FD11C42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작동 예시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0DCE1-E840-4F2C-8C6A-7A2082E7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3695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" indent="-14" algn="l">
              <a:lnSpc>
                <a:spcPct val="120000"/>
              </a:lnSpc>
              <a:buNone/>
              <a:def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“이 버튼의 onClick은 어디 있나?”</a:t>
            </a:r>
          </a:p>
          <a:p xmlns:a="http://schemas.openxmlformats.org/drawingml/2006/main">
            <a:pPr marL="26" indent="-14" algn="l">
              <a:lnSpc>
                <a:spcPct val="120000"/>
              </a:lnSpc>
              <a:buNone/>
              <a:def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“이 버그는 어느 provider/controller를 봐야 하나?”</a:t>
            </a:r>
          </a:p>
          <a:p xmlns:a="http://schemas.openxmlformats.org/drawingml/2006/main">
            <a:pPr marL="26" indent="-14" algn="l">
              <a:lnSpc>
                <a:spcPct val="120000"/>
              </a:lnSpc>
              <a:buNone/>
              <a:def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“새 기능을 어느 feature 폴더에 붙여야 하나?”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87AD68-7C79-4F15-91C7-B208865F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05400"/>
            <a:ext cx="3695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결과: 후보 파일을 훑는 대신 타깃 파일만 연다.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2E019-7CB7-4DB8-8E1C-BB262B56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C53F4B-D5F1-4F09-8938-75198AA6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 + ctxdb 설명 자료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551B95-8675-42E6-BA9B-5D160994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7179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1DFC47-780B-4224-9EF6-25FCA0D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ctxdb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78231-F729-4147-B7B6-9E708D94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ctxdb는 명령 내용으로 저장된 기억을 읽습니다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9605D-B64A-4C4E-9BDC-C1AE677F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세션 재시작 전용이 아니라, 사용자 커맨드의 키워드로 필요한 L2 요약만 가져오는 읽기 경로입니다.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C6A2A-50CE-4971-911B-CFAF17E9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Project A 기준 예시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F0A50-DB48-453E-8B48-D1E91351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CA1A3-B598-4D3A-8AC5-950AAFE2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사용자 명령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2936E-6D3E-42F6-9EE4-07434525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“펫 부화 UX 이어서 봐줘”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0F482-E67D-4C9D-BD19-30DA5375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219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키워드: 펫, 부화, 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DB1CA-49F7-4A49-8713-52E9E049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338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1D39C-6BD8-495B-9695-22D6A743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338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INDEX/L1 매칭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52711-3568-4D7D-99E9-8AF2106D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33900"/>
            <a:ext cx="405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키워드가 어느 작업 기억 영역에 해당하는지 판단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5E19D-F959-489F-BAEF-8B18DA18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33850"/>
            <a:ext cx="60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F5615-B9C1-4E05-A1F2-9871B3F6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405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L2 요약만 로드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32053-4AB4-401C-878F-82248A7E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33900"/>
            <a:ext cx="405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저장된 현재 상태를 읽고, 원문 재구성은 건너뜀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484263-EEAC-458B-88DA-C2EF3406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대표 시점: 새 세션 시작, /resume, handoff 인수, 사용자가 “이어서” 요청하는 순간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DF0A6-03CE-4F6D-8152-6A20E65E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2BFA4-6DC2-4D44-8846-021B8354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 + ctxdb 설명 자료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7F4BDB-4A9A-4EE9-97D4-C6311430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76220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22D3F3-2797-4FFE-8125-2E63AEE8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context-saver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EC940-AFA1-450A-B2D1-F087E80B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context-saver는 ctxdb에 기억을 저장하는 단계입니다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6F647-C916-493B-9B0F-00C1238F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사용자가 직접 호출할 수도 있고, hook/checkpoint/handoff 흐름에서 저장 절차로 사용됩니다.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69FEC-0E93-4AE2-9558-0E620D93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Project A 기준 예시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62038-A234-4CB8-8F2A-63954F8F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009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7B7E5-CF23-4A54-BDB5-CFB09036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언제 호출되나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BA1B6-F8B0-4A14-B45B-B42E9F76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0987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트리거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14756-A038-4818-8359-28C87C4D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9875"/>
            <a:ext cx="461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저장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47E7F-32AC-4782-86D6-12F835C8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1DB7C-071E-4218-ABC3-ED29A399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직접 호출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803C5-6F80-48C2-B2E4-F68A5B38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432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CC689-F181-4B8A-92EF-C9D4795C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861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세션저장 / save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1185A-6AA8-4DD3-B365-0B21B42B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432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46E98-7DF8-4C84-B294-DBC34B52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861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.ctxdb/L2에 현재 작업 요약 append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2431B-6252-4D3F-AA37-7BAA264B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576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EFC13-A80B-441E-8A29-7A8769DD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004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hook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BF5EA-05E6-4553-9EA9-5109220E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576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A31A4-551C-451D-863A-77CD9FC1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Stop / PreCompact / 8턴 checkpoint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81F38-0722-4D48-BF96-B51AF757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576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29425D-6F71-4CA2-9F57-B5E58BD2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004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저장 필요 신호를 보고 agent가 저장 수행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AEE81-CFEC-4460-A18A-FD7517EB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DB809C-75D8-41D4-983E-C7930662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/checkpoint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7DE6E6-4695-4B6F-8690-343016F4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719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24168-41A3-426D-8341-A95DF449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14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lane, codemap, meta 정리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51198F-B532-4FC2-ADAF-E2DA8BBD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7195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474F4-103E-4B1D-A204-09438ECE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148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다음 세션 복원을 위해 ctxdb도 갱신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43A8AF-EC00-4A5C-AC1E-3F93EC01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009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29F64A-E790-47AE-B12E-E92CD9C2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/handoff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5A692B-19B4-44A6-8A91-B3E28502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863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2A8078-5C6F-4DB4-8062-36952D00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291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handoff snapshot 작성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3E39B5-1F38-40A9-8ECD-A2BE8DC1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86300"/>
            <a:ext cx="95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616EDB-84FF-4C19-A58B-AFDF2935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291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인수 agent가 키워드로 찾을 기억 보강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B3E81-31DB-40F8-AF5B-4A343592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9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핵심: context-saver가 저장해 둔 L2가 있어야, ctxdb가 다음 요청에서 적게 읽을 수 있습니다.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45C39E-DADA-4337-857F-FE318103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ECF597-EAA1-4EA9-94D4-33AEA442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 + ctxdb 설명 자료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94700F-7AAA-45A0-B148-D0715B85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022325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712165-DC13-49AD-90FA-DEB3DF76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관계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5512A-B203-4654-95CD-81897CF5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저장과 읽기, 코드 위치 찾기는 서로 다른 역할입니다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09AB7-6AC6-4681-BB3A-6ACA01D8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토큰을 줄이려면 어느 단계에서 무엇을 줄이는지 분리해서 봐야 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27F00-4FCB-45C7-8275-313F47E9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Project A 기준 예시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8EA96-9867-4277-A5A7-1C0A3F11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E37E7-449D-437E-AD54-D9891CD6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context-saver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DA10F-03E2-441F-A974-8C052CF8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BEED0-A04F-44A7-BCAA-5421B75F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현재 세션 요약을 L2에 저장하고 INDEX/L1 키워드를 갱신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9DD57-E61B-43DB-861C-7BB5C65B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C0AEE-8032-4745-A33D-781E649A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ctxdb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47556-CF20-4403-842F-FC8C0481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481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읽기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9788C-F678-496A-8056-367C41E2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291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다음 요청 키워드로 저장된 L2만 읽어 현재 상태를 복원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B8557E-8601-4E1A-B54C-7024FB49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1432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DE323-497D-44E4-A004-AE953E8F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956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codemap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B970C-734B-4903-9E87-CB976157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찾기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4AE5B-7046-4A52-A2A1-D8172677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코드 수정 직전에 심볼 위치를 조회해 타깃 파일만 open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BF1C0-1CA6-4662-8889-13FA2043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245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순서: 저장은 context-saver, 읽기는 ctxdb, 수정 위치는 codemap.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A2CC1F-7747-4E25-B78B-6B8EB9A0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0CF87-B2DC-44E5-8844-31F9B85E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 + ctxdb 설명 자료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7B598-712F-433C-A94F-A503FAED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969189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2D76BE-002F-4F5D-B405-30AECF24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시뮬레이션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2B601-921E-4D8C-99B8-E9B7D380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Project A에서는 두 구간 모두 읽기 비용이 크게 줄었습니다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6B753-3D3F-460B-A4A6-9081C81C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값은 파일 크기 기반 근사 토큰이며, 발표용으로 프로젝트명과 파일명은 일반화했습니다.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BE53C-A926-40CF-A4F4-4F79E2A8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Project A 기준 예시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704850" y="2781300"/>
          <a:ext xmlns:a="http://schemas.openxmlformats.org/drawingml/2006/main" cx="61912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57693ca0f034f4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0DA6B-04A4-4F86-AAAC-8D577F32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3312B-5291-4D65-B8CC-E4606AE5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527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67%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0E76F-7DEF-4ED9-990A-E90C697B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195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 사용 시 위치 탐색 절감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13BB6-AC47-4DFF-B501-E4BD416E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00550"/>
            <a:ext cx="342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2A710-DA49-4A3C-835F-88EE717A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7200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97%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45D73-E58D-4D4B-BC29-253CD3C4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2387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ctxdb 사용 시 기억 복원 절감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EFEEA-54CA-42F4-BE37-F971971C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핵심 해석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9D324-52FC-49A2-83EA-C2543222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673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codemap은 “어느 파일을 열지”를 줄이고, ctxdb는 “저장된 기억 중 무엇을 읽을지”를 줄입니다.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1CB42-CCB0-49C3-BC36-CE11F83D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C18D2-3597-4071-8CC7-DDE31995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 + ctxdb 설명 자료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70BA5-0746-4D5B-957A-D1797D38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983715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43DD7B-9C02-47EF-B6E3-60C8FD10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운영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B5BDF-D80E-451A-86DE-25C123BF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저장은 주기적으로, 읽기는 요청 시점에 작동합니다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1CCA1-3A00-462F-8CA6-07F42467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context-saver가 기억을 남겨야 ctxdb가 다음 요청에서 적게 읽을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0BDA2-1BD5-48A4-930A-B9A25D61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Project A 기준 예시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4610F-F829-4E2B-A0E7-D9A7B61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30BAE-1362-4593-BC23-A904EDE8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670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C97E4-4F08-4F52-A0B9-F025EAD3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5C89C9-7E3E-4F02-947F-E2635588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6702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먼저 할 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D8B59-0BE0-4D5F-9397-DC3A7D21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241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4CBB1-7472-48D2-80DE-593A3133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6702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피해야 할 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B9E69-CD17-4995-8F82-6F656B54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99056-7AC5-4F91-B5E9-04301A29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이어서 작업 요청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6F858-81D3-4A64-84C4-5E90B2E3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53BE3-6139-4A46-A2A5-ACFDB63A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2422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ctxdb INDEX→L2 로드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1BE40-BF2F-4658-83E4-C1D1C17B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813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F533B-D926-47CB-889B-4ABA650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2422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원문 기록부터 재구성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9033A-2EC4-4328-8FB1-6BDF5C67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8FE14-BF86-47CB-A675-1E9994EA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814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세션 길어짐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7CFB4-9DDE-402E-9105-C998EA0F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703AEB-4B33-4F00-A64C-206851C3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8142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context-saver로 L2 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4DFD63-2D03-4FA2-87EE-7F7B6212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385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7EE00E-7A8B-40B0-A580-05026174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대화만 믿고 종료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2662F1-FA56-4AEA-8EE0-836F021F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E770F-EFBD-48D7-8B2D-0B8D6505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/checkpoint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DF79E1-A628-418F-B57C-26AC111C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957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3F808A-523B-4093-B06F-59F0AA50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3862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lane/codemap/meta + ctxdb 저장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658F41-6AB1-4298-925E-743C512B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57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CD15E-A61E-4F32-8D55-1643FC8C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3862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정리 없이 계속 진행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39863C-C6E6-4114-8DA8-950C7FB2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470B58-4463-4924-9905-43C05DD1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/handoff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C0AD8B-1898-4746-A3E9-EAF8B6B6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529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30485B-7CD9-4BD1-AA40-004BC625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9582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snapshot + context-saver 저장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46A5BB-7DD9-4F77-9191-9A152914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529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9F18B3-D098-4DF8-ABE7-4E9857A5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9582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이전 대화 재구성 맡기기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D8432E-71FA-4DE9-814F-AD6C8665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6067A3-2705-466F-9856-8B3F8F19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530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코드 위치 탐색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4722BD-0D90-4C42-8D15-5149F7C6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101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20C5A1-7A61-436D-9BA4-8D3D81CC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5302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 키워드/심볼 조회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71A2EB-510E-4FD4-A39F-183512F4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101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BD13E9-07CD-41D7-A015-0C7A8719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53025"/>
            <a:ext cx="3448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grep hit 파일 전부 읽기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D92F40-50C8-46F4-9986-0BF5557B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5D5907-126A-4FA6-8376-621E2C62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 + ctxdb 설명 자료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AFF064-0A28-4386-A482-5A55FC39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747904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B624AB-1696-43A7-A276-84DF0B3C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99FE0-FD00-43BF-B41A-D6114649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토큰 절감은 읽기 경로를 짧게 만드는 문제입니다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27C22-71F0-4C25-BFE4-8FB97CE0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Project A 시뮬레이션은 저장된 기억과 레지스트리가 있으면 같은 작업도 훨씬 적은 context로 시작할 수 있음을 보여줍니다.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7771F-C0C5-491E-A4C3-53D696D0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Project A 기준 예시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E99D7-065E-4B06-8AA5-D6C3D708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4B67D2-FB62-4203-858A-966FBC6E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context-saver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B84CC-D61C-45E4-8C37-77F335D8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작업 기억을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649C0-399D-4606-93C0-607D987B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D02D0-8980-4B31-8EA3-A41CE296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09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ctxdb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B6F53-AA11-4C65-8253-DA200A66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43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명령 키워드로 읽음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AB7DA-B0D9-4DD8-B62D-44784D4E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C56FCD-1569-487E-96B3-1B832A1F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FF6B35"/>
                </a:solidFill>
                <a:latin typeface="Malgun Gothic"/>
                <a:ea typeface="Malgun Gothic"/>
                <a:cs typeface="Malgun Gothic"/>
              </a:rPr>
              <a:t>codemap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2FC5C-C4B8-4CE5-9870-63F3E68F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수정 위치를 찾음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7F0AC-A94F-4B75-8570-47D2007D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rPr>
              <a:t>기준: 저장은 context-saver, 기억 읽기는 ctxdb, 코드 위치 탐색은 codemap.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121C6-707E-43C2-A1B4-9501BE69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6A2B0F-0AB6-4FF3-ADDC-D3543AA7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codemap + ctxdb 설명 자료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EE8CD0-1C5F-4E02-B8D4-A2BAE5D6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343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52175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2026-07-03T12:44:46.2320000Z</dcterms:created>
  <dcterms:modified xsi:type="dcterms:W3CDTF">2026-07-03T12:44:46.2320000Z</dcterms:modified>
</coreProperties>
</file>